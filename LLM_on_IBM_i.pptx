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LLM?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= Large Language Model</a:t>
            </a:r>
          </a:p>
          <a:p/>
          <a:p>
            <a:r>
              <a:t>• Large: Trained on billions of parameters using books, code, and websites</a:t>
            </a:r>
          </a:p>
          <a:p>
            <a:r>
              <a:t>• Language: Understands, summarizes, and generates human-like text</a:t>
            </a:r>
          </a:p>
          <a:p>
            <a:r>
              <a:t>• Model: Mathematical patterns of human communication</a:t>
            </a:r>
          </a:p>
          <a:p/>
          <a:p>
            <a:r>
              <a:t>Think of it as an advanced 'Next Word Predictor'</a:t>
            </a:r>
          </a:p>
          <a:p>
            <a:r>
              <a:t>Example: 'The sky is...' → 'blue'</a:t>
            </a:r>
          </a:p>
          <a:p/>
          <a:p>
            <a:r>
              <a:t>At scale, it can write SQL, summarize reports, or assist with RPGLE coding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Run LLMs Locally?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not just use ChatGPT or APIs?</a:t>
            </a:r>
          </a:p>
          <a:p/>
          <a:p>
            <a:r>
              <a:t>• Data Privacy: Sensitive ERP, financial, and customer data stays on IBM i</a:t>
            </a:r>
          </a:p>
          <a:p>
            <a:r>
              <a:t>• Cost: No per-token API charges—own the infrastructure</a:t>
            </a:r>
          </a:p>
          <a:p>
            <a:r>
              <a:t>• Low Latency: Faster communication when AI runs next to DB2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does IBM i run AI?</a:t>
            </a:r>
          </a:p>
          <a:p/>
          <a:p>
            <a:r>
              <a:t>• Power10 Advantage: MMA (Matrix Math Accelerator) speeds up AI workloads</a:t>
            </a:r>
          </a:p>
          <a:p>
            <a:r>
              <a:t>• PASE Environment: Run open-source tools via integrated AIX runtime</a:t>
            </a:r>
          </a:p>
          <a:p>
            <a:r>
              <a:t>• Tools Used: Python, C++ (Llama.cpp), Conda</a:t>
            </a:r>
          </a:p>
          <a:p/>
          <a:p>
            <a:r>
              <a:t>All tools installable using yum on IBM 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Technique: Quantization</a:t>
            </a:r>
          </a:p>
          <a:p/>
          <a:p>
            <a:r>
              <a:t>• Standard LLMs: 40–80 GB</a:t>
            </a:r>
          </a:p>
          <a:p>
            <a:r>
              <a:t>• Quantized Models: 4–5 GB</a:t>
            </a:r>
          </a:p>
          <a:p>
            <a:r>
              <a:t>• Fits in RAM and runs efficiently on CPU</a:t>
            </a:r>
          </a:p>
          <a:p/>
          <a:p>
            <a:r>
              <a:t>Architecture:</a:t>
            </a:r>
          </a:p>
          <a:p>
            <a:r>
              <a:t>• Llama.cpp runs the model</a:t>
            </a:r>
          </a:p>
          <a:p>
            <a:r>
              <a:t>• Python API (Flask / FastAPI)</a:t>
            </a:r>
          </a:p>
          <a:p>
            <a:r>
              <a:t>• RPGLE sends HTTP requests and receives AI responses</a:t>
            </a:r>
          </a:p>
          <a:p/>
          <a:p>
            <a:r>
              <a:t>Example: RPG Chain 50 triggers AI customer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